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ArchSift Executive Summary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Fictional decision with an unresolved comparison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Record: sha256:8791aeda29e64e088499a7af0d3c53a772432738ae5c5885ebf20dfd284c4bf0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Ruleset: 1.8.0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ArchSift: 0.1.0-test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Case and Task Boundary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Case ID: insufficient-evidence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Case: Fictional decision with an unresolved comparison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Language: en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Operation: Review one bounded synthetic case.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Starts When: A complete case arrives.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Completes When: An approved disposition is recorded.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Accountable Owner: Fictional operations owner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Consequential Actions: 1 of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Verdict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Verdict: insufficient-evidence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Verdict Rule: verdict-insufficient-evidence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Recommendation: (abstention)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Evidence State: evidence-incomplete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Unmet Conditions: (none)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Decision Space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Candidate: human-review — Fictional human review — human-owned-work — current-baseline — strongest-simpler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Candidate: fixed-workflow — Fictional fixed AI workflow — fixed-ai-workflow — proposed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Strongest Simpler Alternative: human-review — All represented synthetic candidates below the proposal.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Vetoes and Mandatory Human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Active Veto: human-release-required — The fictional disposition would be released without approval. — Release is prohibited until a fictional approver accepts it.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Mandatory Human Control: approve-release — Approve the fictional disposition before release. — Immediately before release-disposition. — Fictional approver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Evidence State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Observed: 3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Assumption: 0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Estimate: 0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Missing: 0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Unresolved Gap: candidate-test-result-unknown — Candidate 'fixed-workflow' has an unknown outcome_tests result.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Unresolved Gap: comparison-result-unknown — Comparison dimension 'outcome_quality' is unknown for 'fixed-workflow' versus 'human-review'.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Unresolved Gap: candidate-test-result-unknown — Candidate 'fixed-workflow' has an unknown result for binding outcome 'required-quality'.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Decisive Trade-offs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Directional Trade-offs: (none)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" sz="2800" b="1" dirty="0"/>
              <a:t>Masking Notice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" sz="1400" b="0" dirty="0"/>
              <a:t>Policy version: 1</a:t>
            </a:r>
          </a:p>
          <a:p>
            <a:pPr marL="285750" indent="-285750">
              <a:buFont typeface="Arial"/>
              <a:buChar char="-"/>
            </a:pPr>
            <a:r>
              <a:rPr lang="en" sz="1400" b="0" dirty="0"/>
              <a:t>This record was emitted with deterministic sensitive-value masking (policy version 1). It is not guaranteed to be sensitive-data-free and still requires handling appropriate to its source material.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chSift">
  <a:themeElements>
    <a:clrScheme name="ArchSift">
      <a:dk1>
        <a:sysClr val="windowText" lastClr="000000"/>
      </a:dk1>
      <a:lt1>
        <a:sysClr val="window" lastClr="FFFFFF"/>
      </a:lt1>
      <a:dk2>
        <a:srgbClr val="1F2933"/>
      </a:dk2>
      <a:lt2>
        <a:srgbClr val="F5F7FA"/>
      </a:lt2>
      <a:accent1>
        <a:srgbClr val="2B6CB0"/>
      </a:accent1>
      <a:accent2>
        <a:srgbClr val="2C7A7B"/>
      </a:accent2>
      <a:accent3>
        <a:srgbClr val="975A16"/>
      </a:accent3>
      <a:accent4>
        <a:srgbClr val="9B2C2C"/>
      </a:accent4>
      <a:accent5>
        <a:srgbClr val="553C9A"/>
      </a:accent5>
      <a:accent6>
        <a:srgbClr val="2F855A"/>
      </a:accent6>
      <a:hlink>
        <a:srgbClr val="2B6CB0"/>
      </a:hlink>
      <a:folHlink>
        <a:srgbClr val="553C9A"/>
      </a:folHlink>
    </a:clrScheme>
    <a:fontScheme name="ArchSif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rchSif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ArchSift</Application>
  <Slides>8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>
  <dc:title>ArchSift Executive Summary</dc:title>
  <dc:subject>Fictional decision with an unresolved comparison</dc:subject>
  <dc:identifier>sha256:8791aeda29e64e088499a7af0d3c53a772432738ae5c5885ebf20dfd284c4bf0</dc:identifier>
  <cp:revision>1</cp:revision>
</cp:coreProperties>
</file>